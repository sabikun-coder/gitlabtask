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10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0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18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3/1/2025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0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3/1/2025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5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3/1/2025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9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68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66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3/1/2025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25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3/1/2025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11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rawebs.info/2013/10/pengertian-java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lickr.com/photos/bblfish/429125119" TargetMode="Externa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152BFE-7BA8-4007-AD9C-F4DC95E43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Document 24">
            <a:extLst>
              <a:ext uri="{FF2B5EF4-FFF2-40B4-BE49-F238E27FC236}">
                <a16:creationId xmlns:a16="http://schemas.microsoft.com/office/drawing/2014/main" id="{B6DE7CCF-F894-44DD-9FA3-8BD0D5CE2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819901" y="1485903"/>
            <a:ext cx="6858000" cy="3886199"/>
          </a:xfrm>
          <a:prstGeom prst="flowChartDocumen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0A67D1B-2DC7-2C26-0C28-D2E18047A2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5819" y="900622"/>
            <a:ext cx="5414255" cy="2999708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James Gosling 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 Microsystems 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 Team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Oak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renamed java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by  island of Java. </a:t>
            </a:r>
            <a:b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SG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19376-4B1C-27E3-B9B2-D4F28166EA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862" y="4314847"/>
            <a:ext cx="6393718" cy="2301904"/>
          </a:xfrm>
        </p:spPr>
        <p:txBody>
          <a:bodyPr>
            <a:normAutofit/>
          </a:bodyPr>
          <a:lstStyle/>
          <a:p>
            <a:pPr algn="l"/>
            <a:r>
              <a:rPr lang="en-SG" dirty="0"/>
              <a:t>a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4" name="Picture 13" descr="A logo of a coffee cup&#10;&#10;AI-generated content may be incorrect.">
            <a:extLst>
              <a:ext uri="{FF2B5EF4-FFF2-40B4-BE49-F238E27FC236}">
                <a16:creationId xmlns:a16="http://schemas.microsoft.com/office/drawing/2014/main" id="{D8A96C9F-DB1D-5836-8577-89CB742FB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131320" y="3686572"/>
            <a:ext cx="4550081" cy="306924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9928404-B63A-9BBD-BD6A-EC466A24851E}"/>
              </a:ext>
            </a:extLst>
          </p:cNvPr>
          <p:cNvSpPr/>
          <p:nvPr/>
        </p:nvSpPr>
        <p:spPr>
          <a:xfrm>
            <a:off x="4425958" y="102180"/>
            <a:ext cx="3526395" cy="5002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Breef</a:t>
            </a:r>
            <a:r>
              <a:rPr lang="en-SG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History of Java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BCA74B-97B8-F69F-2237-F3A4529C66BD}"/>
              </a:ext>
            </a:extLst>
          </p:cNvPr>
          <p:cNvSpPr/>
          <p:nvPr/>
        </p:nvSpPr>
        <p:spPr>
          <a:xfrm>
            <a:off x="538484" y="395839"/>
            <a:ext cx="1157860" cy="36926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1991s</a:t>
            </a:r>
            <a:endParaRPr lang="en-SG" sz="2800" b="1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837A21A-6597-A955-506C-3DD6BF0C2526}"/>
              </a:ext>
            </a:extLst>
          </p:cNvPr>
          <p:cNvSpPr/>
          <p:nvPr/>
        </p:nvSpPr>
        <p:spPr>
          <a:xfrm>
            <a:off x="538483" y="2726295"/>
            <a:ext cx="914400" cy="2313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1996s</a:t>
            </a:r>
            <a:endParaRPr lang="en-SG" sz="2000" b="1" dirty="0"/>
          </a:p>
        </p:txBody>
      </p:sp>
      <p:pic>
        <p:nvPicPr>
          <p:cNvPr id="59" name="Picture 58" descr="A person standing at a podium&#10;&#10;AI-generated content may be incorrect.">
            <a:extLst>
              <a:ext uri="{FF2B5EF4-FFF2-40B4-BE49-F238E27FC236}">
                <a16:creationId xmlns:a16="http://schemas.microsoft.com/office/drawing/2014/main" id="{0DEA1D2E-15A0-275B-A2A9-5AA94EA012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113835" y="728902"/>
            <a:ext cx="4567557" cy="2785953"/>
          </a:xfrm>
          <a:prstGeom prst="rect">
            <a:avLst/>
          </a:prstGeom>
        </p:spPr>
      </p:pic>
      <p:sp>
        <p:nvSpPr>
          <p:cNvPr id="61" name="Arrow: Right 60">
            <a:extLst>
              <a:ext uri="{FF2B5EF4-FFF2-40B4-BE49-F238E27FC236}">
                <a16:creationId xmlns:a16="http://schemas.microsoft.com/office/drawing/2014/main" id="{53059FD5-BC1E-F61F-67F9-007F53C6B50C}"/>
              </a:ext>
            </a:extLst>
          </p:cNvPr>
          <p:cNvSpPr/>
          <p:nvPr/>
        </p:nvSpPr>
        <p:spPr>
          <a:xfrm>
            <a:off x="2383932" y="1717361"/>
            <a:ext cx="978408" cy="37831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B8007C4-BEEF-FDC7-6BE1-C0C820D34869}"/>
              </a:ext>
            </a:extLst>
          </p:cNvPr>
          <p:cNvSpPr/>
          <p:nvPr/>
        </p:nvSpPr>
        <p:spPr>
          <a:xfrm>
            <a:off x="3751118" y="1421613"/>
            <a:ext cx="1727851" cy="9788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James Gosling, Mike Sheridan, and Patrick Naughton</a:t>
            </a:r>
            <a:endParaRPr lang="en-SG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194ADBF-2235-327A-C1C7-9D69901030DF}"/>
              </a:ext>
            </a:extLst>
          </p:cNvPr>
          <p:cNvSpPr/>
          <p:nvPr/>
        </p:nvSpPr>
        <p:spPr>
          <a:xfrm>
            <a:off x="2503263" y="3772473"/>
            <a:ext cx="2975700" cy="3519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Java Code work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3419E3E-4235-82A4-CA94-50A88DAA196E}"/>
              </a:ext>
            </a:extLst>
          </p:cNvPr>
          <p:cNvSpPr/>
          <p:nvPr/>
        </p:nvSpPr>
        <p:spPr>
          <a:xfrm>
            <a:off x="641557" y="4019633"/>
            <a:ext cx="1607122" cy="849773"/>
          </a:xfrm>
          <a:prstGeom prst="ellipse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Java source code</a:t>
            </a:r>
          </a:p>
        </p:txBody>
      </p:sp>
      <p:sp>
        <p:nvSpPr>
          <p:cNvPr id="65" name="Arrow: Down 64">
            <a:extLst>
              <a:ext uri="{FF2B5EF4-FFF2-40B4-BE49-F238E27FC236}">
                <a16:creationId xmlns:a16="http://schemas.microsoft.com/office/drawing/2014/main" id="{810B018C-EA08-CFA9-7CDC-F3F3C1CE0E84}"/>
              </a:ext>
            </a:extLst>
          </p:cNvPr>
          <p:cNvSpPr/>
          <p:nvPr/>
        </p:nvSpPr>
        <p:spPr>
          <a:xfrm>
            <a:off x="1257469" y="4974003"/>
            <a:ext cx="375298" cy="48547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9E83654-7315-AB69-8373-5DE2FD550301}"/>
              </a:ext>
            </a:extLst>
          </p:cNvPr>
          <p:cNvSpPr/>
          <p:nvPr/>
        </p:nvSpPr>
        <p:spPr>
          <a:xfrm>
            <a:off x="806911" y="5596955"/>
            <a:ext cx="1441763" cy="5819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Java Compiler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81340C2-9308-9199-2C2B-9317F088F0BE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2248674" y="4709913"/>
            <a:ext cx="1425522" cy="1177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2" name="Oval 71">
            <a:extLst>
              <a:ext uri="{FF2B5EF4-FFF2-40B4-BE49-F238E27FC236}">
                <a16:creationId xmlns:a16="http://schemas.microsoft.com/office/drawing/2014/main" id="{64D53B26-D4CF-3AE7-D1FF-9DBA1F18627C}"/>
              </a:ext>
            </a:extLst>
          </p:cNvPr>
          <p:cNvSpPr/>
          <p:nvPr/>
        </p:nvSpPr>
        <p:spPr>
          <a:xfrm>
            <a:off x="3791964" y="4336864"/>
            <a:ext cx="1686999" cy="57650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Java Byte Code</a:t>
            </a:r>
          </a:p>
        </p:txBody>
      </p:sp>
      <p:sp>
        <p:nvSpPr>
          <p:cNvPr id="74" name="Arrow: Down 73">
            <a:extLst>
              <a:ext uri="{FF2B5EF4-FFF2-40B4-BE49-F238E27FC236}">
                <a16:creationId xmlns:a16="http://schemas.microsoft.com/office/drawing/2014/main" id="{F6E5F836-CE8D-4B70-5017-2399654C657B}"/>
              </a:ext>
            </a:extLst>
          </p:cNvPr>
          <p:cNvSpPr/>
          <p:nvPr/>
        </p:nvSpPr>
        <p:spPr>
          <a:xfrm>
            <a:off x="4446259" y="4982497"/>
            <a:ext cx="344962" cy="323235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68754F92-C034-E477-D1FF-37FD169A7757}"/>
              </a:ext>
            </a:extLst>
          </p:cNvPr>
          <p:cNvSpPr/>
          <p:nvPr/>
        </p:nvSpPr>
        <p:spPr>
          <a:xfrm>
            <a:off x="4230290" y="5337571"/>
            <a:ext cx="914400" cy="4797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JVM</a:t>
            </a:r>
          </a:p>
        </p:txBody>
      </p:sp>
      <p:sp>
        <p:nvSpPr>
          <p:cNvPr id="76" name="Arrow: Down 75">
            <a:extLst>
              <a:ext uri="{FF2B5EF4-FFF2-40B4-BE49-F238E27FC236}">
                <a16:creationId xmlns:a16="http://schemas.microsoft.com/office/drawing/2014/main" id="{50BEA227-5C9C-4113-2B0C-C975BCE74C89}"/>
              </a:ext>
            </a:extLst>
          </p:cNvPr>
          <p:cNvSpPr/>
          <p:nvPr/>
        </p:nvSpPr>
        <p:spPr>
          <a:xfrm>
            <a:off x="4446259" y="5863917"/>
            <a:ext cx="345964" cy="392364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80070E09-007F-DDA1-FC24-6F3AF2D5E807}"/>
              </a:ext>
            </a:extLst>
          </p:cNvPr>
          <p:cNvSpPr/>
          <p:nvPr/>
        </p:nvSpPr>
        <p:spPr>
          <a:xfrm>
            <a:off x="3718716" y="6292211"/>
            <a:ext cx="1811976" cy="50477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Machine code</a:t>
            </a:r>
          </a:p>
        </p:txBody>
      </p:sp>
    </p:spTree>
    <p:extLst>
      <p:ext uri="{BB962C8B-B14F-4D97-AF65-F5344CB8AC3E}">
        <p14:creationId xmlns:p14="http://schemas.microsoft.com/office/powerpoint/2010/main" val="1444737987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</TotalTime>
  <Words>57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Avenir Next LT Pro</vt:lpstr>
      <vt:lpstr>Posterama</vt:lpstr>
      <vt:lpstr>Times New Roman</vt:lpstr>
      <vt:lpstr>SineVTI</vt:lpstr>
      <vt:lpstr>James Gosling  Sun Microsystems  Green Team Oak programming language  renamed java Name by  island of Java.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SABIKUNNAHAR</dc:creator>
  <cp:lastModifiedBy>SABIKUNNAHAR</cp:lastModifiedBy>
  <cp:revision>1</cp:revision>
  <dcterms:created xsi:type="dcterms:W3CDTF">2025-03-01T16:40:54Z</dcterms:created>
  <dcterms:modified xsi:type="dcterms:W3CDTF">2025-03-02T05:48:13Z</dcterms:modified>
</cp:coreProperties>
</file>