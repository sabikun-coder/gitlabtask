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502F4-0DA4-4372-9E12-E724E123E6D9}" v="23" dt="2025-01-21T16:56:56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72F5A-36D4-4B72-9DB4-9B93DCFB282D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7B3FF-BE96-443D-B4BD-78A676084B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528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fdf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7B3FF-BE96-443D-B4BD-78A676084BB2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924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67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60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099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8033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393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830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720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671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115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941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44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7534A8A-0943-4DA9-A72F-56C8E23F23AB}" type="datetimeFigureOut">
              <a:rPr lang="en-SG" smtClean="0"/>
              <a:t>21/1/2025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0A9A09A-CFAA-4B0F-9696-A8FB02CC4C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1807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lickr.com/photos/luismaram/8700978954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man-of-steel-superman-henry-cavill-sunlight-clouds-hd-super-man-3d-illustration-wallpaper-mabhr/download/1024x768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earch?wallpaper=spiderman&amp;page=6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9027-C9D8-D5AD-25FC-193A7E8CA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7733" y="490539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 b="1"/>
              <a:t>Superheroes – The Shields of Morality and Justice</a:t>
            </a:r>
          </a:p>
        </p:txBody>
      </p:sp>
      <p:pic>
        <p:nvPicPr>
          <p:cNvPr id="7" name="Picture 6" descr="A person in a garment standing on a dragon&#10;&#10;Description automatically generated">
            <a:extLst>
              <a:ext uri="{FF2B5EF4-FFF2-40B4-BE49-F238E27FC236}">
                <a16:creationId xmlns:a16="http://schemas.microsoft.com/office/drawing/2014/main" id="{9A605D85-68EA-BD99-0D4F-75D19C21F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-2" b="6364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49C230-80D6-BCA8-210A-709698DD164B}"/>
              </a:ext>
            </a:extLst>
          </p:cNvPr>
          <p:cNvSpPr txBox="1"/>
          <p:nvPr/>
        </p:nvSpPr>
        <p:spPr>
          <a:xfrm>
            <a:off x="6417734" y="2614612"/>
            <a:ext cx="5291663" cy="3752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Superheroes embody justice and inspire us to stand for what is right, showing that anyone can make a difference.</a:t>
            </a:r>
          </a:p>
        </p:txBody>
      </p:sp>
    </p:spTree>
    <p:extLst>
      <p:ext uri="{BB962C8B-B14F-4D97-AF65-F5344CB8AC3E}">
        <p14:creationId xmlns:p14="http://schemas.microsoft.com/office/powerpoint/2010/main" val="23847021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89CDFE-0E0E-FDD9-AC2D-7392E315B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3606" y="1494502"/>
            <a:ext cx="4467225" cy="1669027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2700" dirty="0">
                <a:solidFill>
                  <a:schemeClr val="tx2"/>
                </a:solidFill>
              </a:rPr>
              <a:t>•</a:t>
            </a:r>
            <a:r>
              <a:rPr lang="en-US" sz="2000" dirty="0">
                <a:solidFill>
                  <a:schemeClr val="tx2"/>
                </a:solidFill>
              </a:rPr>
              <a:t>Superheroes are the guardians of humanity, saving the world from chaos and destruction</a:t>
            </a:r>
            <a:br>
              <a:rPr lang="en-US" sz="2000" dirty="0">
                <a:solidFill>
                  <a:schemeClr val="tx2"/>
                </a:solidFill>
              </a:rPr>
            </a:br>
            <a:br>
              <a:rPr lang="en-US" sz="2700" dirty="0">
                <a:solidFill>
                  <a:schemeClr val="tx2"/>
                </a:solidFill>
              </a:rPr>
            </a:br>
            <a:r>
              <a:rPr lang="en-US" sz="2200" dirty="0">
                <a:solidFill>
                  <a:schemeClr val="tx2"/>
                </a:solidFill>
              </a:rPr>
              <a:t>Example: Superman stands as a beacon of hope, protecting people against unimaginable threats.</a:t>
            </a:r>
            <a:endParaRPr lang="en-SG" sz="2200" dirty="0">
              <a:solidFill>
                <a:schemeClr val="tx2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4079D1F-FB77-7AED-C4A2-338978E14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4026" y="370099"/>
            <a:ext cx="4706385" cy="716074"/>
          </a:xfrm>
        </p:spPr>
        <p:txBody>
          <a:bodyPr anchor="b">
            <a:normAutofit/>
          </a:bodyPr>
          <a:lstStyle/>
          <a:p>
            <a:pPr algn="l"/>
            <a:r>
              <a:rPr lang="en-SG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Protecting Society</a:t>
            </a:r>
          </a:p>
        </p:txBody>
      </p:sp>
      <p:pic>
        <p:nvPicPr>
          <p:cNvPr id="6" name="Picture 5" descr="A person in a garment&#10;&#10;Description automatically generated">
            <a:extLst>
              <a:ext uri="{FF2B5EF4-FFF2-40B4-BE49-F238E27FC236}">
                <a16:creationId xmlns:a16="http://schemas.microsoft.com/office/drawing/2014/main" id="{5EC8113D-EAC3-51B0-CA6B-E83C64F17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9"/>
          <a:stretch/>
        </p:blipFill>
        <p:spPr>
          <a:xfrm>
            <a:off x="411169" y="285685"/>
            <a:ext cx="6371993" cy="6274676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580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in a garment&#10;&#10;Description automatically generated">
            <a:extLst>
              <a:ext uri="{FF2B5EF4-FFF2-40B4-BE49-F238E27FC236}">
                <a16:creationId xmlns:a16="http://schemas.microsoft.com/office/drawing/2014/main" id="{B1636A26-4ADE-5860-FFBB-1C3A88F5D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0000"/>
          <a:stretch/>
        </p:blipFill>
        <p:spPr>
          <a:xfrm>
            <a:off x="23" y="-31"/>
            <a:ext cx="12191977" cy="685802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0814C51-5399-A90D-9C97-9CBC5FA26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659" y="595745"/>
            <a:ext cx="5452529" cy="782210"/>
          </a:xfrm>
        </p:spPr>
        <p:txBody>
          <a:bodyPr anchor="t">
            <a:normAutofit/>
          </a:bodyPr>
          <a:lstStyle/>
          <a:p>
            <a:pPr algn="l"/>
            <a:r>
              <a:rPr lang="en-SG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Morality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4C160D4-29D9-EEF6-52B2-7210FD004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406" y="2466597"/>
            <a:ext cx="5452529" cy="2911647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teach us values like responsibility and courage.</a:t>
            </a:r>
          </a:p>
          <a:p>
            <a:pPr algn="l"/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•Superheroes remind us of the best parts of humanity</a:t>
            </a:r>
          </a:p>
          <a:p>
            <a:pPr algn="l"/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Spider-Man’s motto, With great power comes great </a:t>
            </a:r>
            <a:r>
              <a:rPr lang="en-US" sz="28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reponsibility,inspires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millions to act selflessly.</a:t>
            </a:r>
            <a:endParaRPr lang="en-SG" sz="2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7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359d66-49d5-4a25-9eb0-9df1d55c6fd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950A167DF30642BD328C6EF37F559E" ma:contentTypeVersion="6" ma:contentTypeDescription="Create a new document." ma:contentTypeScope="" ma:versionID="ade57fdc33262c1cb35387917b2e01d0">
  <xsd:schema xmlns:xsd="http://www.w3.org/2001/XMLSchema" xmlns:xs="http://www.w3.org/2001/XMLSchema" xmlns:p="http://schemas.microsoft.com/office/2006/metadata/properties" xmlns:ns3="14359d66-49d5-4a25-9eb0-9df1d55c6fdd" targetNamespace="http://schemas.microsoft.com/office/2006/metadata/properties" ma:root="true" ma:fieldsID="70e4e731b0c6570e0e229f34e9c27051" ns3:_="">
    <xsd:import namespace="14359d66-49d5-4a25-9eb0-9df1d55c6fd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359d66-49d5-4a25-9eb0-9df1d55c6fd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5C2B81-52B2-428F-89F2-F649EEAEE22A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14359d66-49d5-4a25-9eb0-9df1d55c6fdd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FD77F8A-C320-4584-860D-DFD69D9D41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359d66-49d5-4a25-9eb0-9df1d55c6f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A58D32-7267-4DA0-A018-4AB61D73FF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106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Superheroes – The Shields of Morality and Justice</vt:lpstr>
      <vt:lpstr>•Superheroes are the guardians of humanity, saving the world from chaos and destruction  Example: Superman stands as a beacon of hope, protecting people against unimaginable threats.</vt:lpstr>
      <vt:lpstr>Define Morality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SABIKUNNAHAR</dc:creator>
  <cp:lastModifiedBy>SABIKUNNAHAR</cp:lastModifiedBy>
  <cp:revision>2</cp:revision>
  <dcterms:created xsi:type="dcterms:W3CDTF">2025-01-21T16:03:43Z</dcterms:created>
  <dcterms:modified xsi:type="dcterms:W3CDTF">2025-01-21T17:05:18Z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0x01010096950A167DF30642BD328C6EF37F559E</vt:lpwstr>
  </property>
</Properties>
</file>