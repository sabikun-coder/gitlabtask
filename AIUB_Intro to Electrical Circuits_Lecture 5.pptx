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02" r:id="rId3"/>
    <p:sldId id="310" r:id="rId4"/>
    <p:sldId id="311" r:id="rId5"/>
    <p:sldId id="318" r:id="rId6"/>
    <p:sldId id="319" r:id="rId7"/>
    <p:sldId id="312" r:id="rId8"/>
    <p:sldId id="313" r:id="rId9"/>
    <p:sldId id="314" r:id="rId10"/>
    <p:sldId id="315" r:id="rId11"/>
    <p:sldId id="316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6"/>
  </p:normalViewPr>
  <p:slideViewPr>
    <p:cSldViewPr snapToGrid="0">
      <p:cViewPr varScale="1">
        <p:scale>
          <a:sx n="87" d="100"/>
          <a:sy n="87" d="100"/>
        </p:scale>
        <p:origin x="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A7A4C-C27D-B04A-BE77-300192D66F9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37F4F-9C30-2A46-BD22-0A9FCA8B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4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08B31-E400-B08E-6666-E03D03E86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B2B86-4617-C867-72CC-A0FD18A9E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5D047-0C90-27D5-3578-30A9EF046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3E151-9AE9-B946-6393-90ABCAA87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32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1D83-9C27-EDFE-54D6-62D92880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D82C7-9379-D22F-41A2-96F5AB145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3B71D-C33E-3A21-79A8-792837F7C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CD52E-508E-8AB7-C66D-B9D5CBF99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83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0AF4-15EE-9551-43A1-2C5F71F3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B8FAC-F4B6-CB8E-AFDB-1445E544C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3B20D-EF87-0BE6-8EB1-2400DBD1E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742F6-C82D-E884-9152-43CDC458F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18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6C1A-A9C5-A8EC-3A5F-1BD6C98F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B2FC6-06E5-CC5A-F637-412C60F2E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8C00B-B7A8-E7EC-8DD8-BD7F82DA2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0B20E-7629-C757-CD4B-A9B42120C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41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B6DD5-5F8F-7492-278D-B7F58B4D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57C71-2CCB-3D9D-7671-20ABB42E5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E85AD-C745-EC64-52A6-A6EF4D1D8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7046-290B-00C0-8924-0C6493DF6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67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3E898-45B1-5CFD-C74B-66BF2AC0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7891D-FD9B-E357-7174-E34F13F69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F0D95-92AD-8F83-0B45-895BE7BEF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5B3AA-9947-9E70-6CBF-DE62BE373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51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1A68-5B9D-4847-1379-B9FB6857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A684D-A1DD-C2D0-B6BD-6FB8FF304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2309D-D684-73F3-84FB-7664D809A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41534-477A-37FD-2073-8B8DF317A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29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A6E2-7687-9543-E96F-350ECE9B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469CE-676B-CCE4-DC79-03118549D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AE256-C77F-9D64-727C-6D024FD14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AC3AA-3A34-D263-2068-5D7B54BB4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7F4F-9C30-2A46-BD22-0A9FCA8B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0324-9AA1-36F4-5EBF-CDF32232F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8B374-C776-0F0F-4441-2DC9B340B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6F2EB-7D4C-B60C-9649-A2C143AF9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388FB-9E18-3D41-A759-C4412EC10D61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817D-1288-F4EE-2531-9E31B315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5DED1-8FCB-AA8B-D0BC-1B532380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5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E54A-FABA-EA02-4E53-CB94E8BA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09B28-03AD-1A3D-138D-DDD17F9A2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BB3C2-6ED1-7BFE-BA81-65F8AD5B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CEFA-6AFC-194C-ADCA-28D541453FD1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FC911-754B-8A71-1EC3-83D3F2FE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6B15D-83FA-7DF0-BB6F-246C0934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6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E33B-D12A-7C4E-8224-653CE4B72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BD28-C122-3C79-9131-B7AAFD56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B8FBB-FEAA-6C80-9F44-DE84E80E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13C39-2B0B-5641-9D33-46E1D77D4C1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75816-4356-8903-B20C-9933F07A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78872-1B2E-5BB4-3251-D3F32F03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2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5CE-5D4A-7F04-FD5F-38C5EF90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27F21-F31F-7B71-0B96-1ACA454C7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50CF9-4877-83B6-C02B-524258A5A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B247A-E9D7-FBDB-A3FA-16A9AD74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93F8-B878-0744-8108-D2F3D9B1B8BC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67524-E5C6-6EBC-C5F7-6FB0EB41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025F7-272F-EE7C-D846-07E8B2B2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1C48-0AD9-0209-B6E0-77273CD7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B60A2-5D12-1221-2F90-6FF7661A7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CB64C-1FC9-E6E4-836D-89FEE57B3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DBE3A-89C0-13A2-A7B0-3A50BFC28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4AE20-DA2D-58B7-585F-6FB287D15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6C9B5-6861-B1AA-CA6D-72B27731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A5AAB-107E-0C4F-83D6-6E1F259DE3DA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9D446-9490-2D9E-41AC-03F398B6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C036AC-1B65-B55E-DD38-375C6DDC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3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5B2D-7C74-210B-C335-B009BD1D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70C6E-EF7D-26D6-AA16-83847D2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C71-6007-494B-8709-328C99560AFB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D336DC-AF3C-734C-AC7A-728D84D0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DD904-BC02-21A9-154D-59FCDA50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3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418A9-1BE5-BA3B-B5D8-410B22B2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AC006-16DB-274A-A346-95C094F7E171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10DBA-57BD-3B12-4A9B-17383565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02726-3BCD-B605-F0B5-1ECB8A76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3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85656-3727-2D4C-3E81-1AA3DA0B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560A4-EB18-5103-C2FE-662EC41CD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52FCF-FE52-EFF9-5EDF-91E9C3A5B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B6727-E556-FF15-F73C-69F5C9F1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4F25-1459-A04B-BC07-125F34CE3B39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9C9E4-1DDA-7493-717E-9A738352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33B92-A25D-F3A4-5361-7D12FE82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8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2239-2FB0-CF18-B43A-5E6592BA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F23FA-6569-1CEC-7AF0-E3B34AA65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34FB3-CD10-0B21-85FE-6F9D120A4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413AA-882B-BD9B-67A6-04EE20CBD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7506-488B-D648-811D-F949E20C7272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50B11-85D2-CA0E-3733-83CB9F87E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6E415-5562-8A5E-8807-54884191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4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0666-0702-2641-EEAD-E189F06F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E2C9C-E076-4CD8-EFC2-282457934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B318-5BCB-33F5-C506-929767AA0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0D33-07A1-D449-99E5-4F1E27B9BBF8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10ABA-4176-1AAA-F3AF-D674B5B0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F5CE-3582-2FDE-F939-AEDAF102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9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9D9A8-C108-BB41-19F7-5269F8FEF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CA089-F721-8FB8-4608-CC9F54535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FBF8B-A0B4-D0F3-88AD-E873DB05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5813-6712-3545-8394-B85BE5F30E9C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EBC37-09BD-AC13-EF1D-54C9A9FCF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35CDC-6E99-5A4D-DBBD-D7B20239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7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8C60C-E38A-8EC0-27EE-03E56AAA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73FA6-7339-AF6A-7AB9-12A04215B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54CDC-0B4D-8B85-0D6C-A1BAAD444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22724-D65D-0346-93F8-F61C8CE640D4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FAF07-9849-8EB0-750A-456404B60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2C9E2-3524-7D8E-AE13-FB42B5B96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73F41-DE48-3845-B5FB-05ADABF0F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sadia.rab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B8AD3-DE54-FFBC-985D-C86635C5B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638" y="1012536"/>
            <a:ext cx="5113361" cy="3163224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/>
              <a:t>Introduction to Electrical Circuits</a:t>
            </a:r>
            <a:br>
              <a:rPr lang="en-US" sz="4000" dirty="0"/>
            </a:br>
            <a:r>
              <a:rPr lang="en-US" sz="4000" dirty="0"/>
              <a:t>Lecture-5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C77DB-8648-2227-0E6F-CE3A6E1D1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637" y="3767328"/>
            <a:ext cx="4756161" cy="1814607"/>
          </a:xfrm>
        </p:spPr>
        <p:txBody>
          <a:bodyPr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Sadia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Rakinur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Rab, M.S.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EEE, Faculty of Engineering (FE)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sadia.rab@aiub.edu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Number: DN0526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 International University-Bangladesh (AIUB)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22-07-25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university&#10;&#10;AI-generated content may be incorrect.">
            <a:extLst>
              <a:ext uri="{FF2B5EF4-FFF2-40B4-BE49-F238E27FC236}">
                <a16:creationId xmlns:a16="http://schemas.microsoft.com/office/drawing/2014/main" id="{463B851D-A74A-0E3F-8041-D719E8CA7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445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179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49D26-B203-5957-8212-143CBDE0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84B5CC-6F8B-670C-959D-85ADF79D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B1DD57-2930-11C0-D6B0-670FE7F4E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37A2A3-F38C-782A-33EB-1344A172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4D0A08-6658-D5A4-ADCF-90116EF0F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8472A-AC0C-444C-7A3E-15BFC7EEB2B2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Reference Books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588C3-41E1-1E58-DF71-B4E148F5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35B98C8C-4327-2F67-C3C4-8E924157B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67BE1638-C6E2-2A58-DE82-1EFD744C0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71AAC5-CEDC-D16A-28A2-46A89A804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372538"/>
              </p:ext>
            </p:extLst>
          </p:nvPr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Recommended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 L.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Boylestad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“Introductory Circuit Analysis”, 11th Edition, Pearson Education, Inc.</a:t>
                      </a: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 L.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Theraja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A. K.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Theraja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“A Textbook of ELECTRICAL TECHNOLOGY in SI Units Volume II, AC &amp; DC Machines”, S. Chand &amp; Company Ltd., (Multicolor illustrative Edition).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Supplementary</a:t>
                      </a:r>
                    </a:p>
                    <a:p>
                      <a:pPr marL="0" marR="0" lvl="0" indent="2286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Charles K. Alexander &amp; Mathew N.O. Sadiku, “Fundamentals of Electric Circuits”, 3rd edition, The McGraw-Hill companies. </a:t>
                      </a: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979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AB7BB-B4A4-BDAC-44D4-517EC007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FCDDB33-4BD0-DE03-2BBD-4BB2972FF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23012D-3075-4890-65AF-B78EBF0AE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44996B-CEC7-F167-F184-53BDAF7DA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4E0654-9FE0-24B2-5070-F745BC6C5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7C404-FAB5-B618-9DEE-E47F70CDA66A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Chapter 8  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03FAEB-8062-ACA8-5AB1-157A1C8E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912BA87E-1E49-04EF-6FDE-6DA28C208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8CAEA51-B6E8-8C00-605A-C928514C7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191B97C-A54A-1CDA-E817-2073A21D2D7E}"/>
              </a:ext>
            </a:extLst>
          </p:cNvPr>
          <p:cNvGraphicFramePr>
            <a:graphicFrameLocks noGrp="1"/>
          </p:cNvGraphicFramePr>
          <p:nvPr/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  <p:pic>
        <p:nvPicPr>
          <p:cNvPr id="6" name="Picture 5" descr="A diagram of electrical current&#10;&#10;AI-generated content may be incorrect.">
            <a:extLst>
              <a:ext uri="{FF2B5EF4-FFF2-40B4-BE49-F238E27FC236}">
                <a16:creationId xmlns:a16="http://schemas.microsoft.com/office/drawing/2014/main" id="{8E1E8C8B-3269-6087-E148-99479ADF6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944" y="1647711"/>
            <a:ext cx="7772400" cy="508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0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AA300-5E74-9A3E-D3D1-DFBE9051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75AE669-9249-9C94-BA95-57C664F1D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F160AB-40B0-F3C8-9E7B-75F20138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99AAC8-EFDE-FE67-92E0-AE5E71B1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7BDA09-858A-EA52-7AD0-E74EAC9BB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5AC3F-83CB-1DEE-B342-352783F05E27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Chapter 8  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CFA16E-20B3-C379-31C6-D5C9A9D8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C8A07098-378F-0804-2999-E24F0230F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F6DA2E02-7B61-7176-D6E6-AEBEAD763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FB92DE-8105-38D0-B491-0B6BEF888A89}"/>
              </a:ext>
            </a:extLst>
          </p:cNvPr>
          <p:cNvGraphicFramePr>
            <a:graphicFrameLocks noGrp="1"/>
          </p:cNvGraphicFramePr>
          <p:nvPr/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  <p:pic>
        <p:nvPicPr>
          <p:cNvPr id="5" name="Picture 4" descr="A diagram of a voltage conversion&#10;&#10;AI-generated content may be incorrect.">
            <a:extLst>
              <a:ext uri="{FF2B5EF4-FFF2-40B4-BE49-F238E27FC236}">
                <a16:creationId xmlns:a16="http://schemas.microsoft.com/office/drawing/2014/main" id="{4994AF1C-1DA0-26F0-151A-BAAA13F57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1655276"/>
            <a:ext cx="7772400" cy="482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4F429-A90C-E759-2C3A-BC3059490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ACA07-08C9-A701-F8D6-7D894965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52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21C9D1-015F-DEB9-776B-87BF88514B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E65CFD-01BD-46A2-00C2-7C996B6D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85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A8125-9B95-AA68-98DD-07A0FFB0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5695D4-94A5-3DCF-C486-ACB02BC4C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91AA01-6245-15EA-D51F-6D4807BE9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A0741E-CC3D-B3C6-301B-242839397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4FCC73-D5DE-2A60-FF74-D375896CC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B6A12-AAFD-2125-9D47-0F03EEFA60BF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Chapter 8  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75B8E6-1C94-0E58-60C1-4B2C25FE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5BB565BE-B4D1-3A4A-7A92-0E3077435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E74D42EE-5851-71FD-FE18-0A1435231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91FE14F-20FA-065B-47DF-76E76B5D23C1}"/>
              </a:ext>
            </a:extLst>
          </p:cNvPr>
          <p:cNvGraphicFramePr>
            <a:graphicFrameLocks noGrp="1"/>
          </p:cNvGraphicFramePr>
          <p:nvPr/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  <p:pic>
        <p:nvPicPr>
          <p:cNvPr id="6" name="Picture 5" descr="A close-up of a document&#10;&#10;AI-generated content may be incorrect.">
            <a:extLst>
              <a:ext uri="{FF2B5EF4-FFF2-40B4-BE49-F238E27FC236}">
                <a16:creationId xmlns:a16="http://schemas.microsoft.com/office/drawing/2014/main" id="{0FD87DF0-93F7-48C7-0922-BDF740C63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944" y="1655276"/>
            <a:ext cx="7772400" cy="482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9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B5082-601D-F868-225D-1B3163CD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0D2E61-455E-4E26-4526-59A51DEA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167B05-24C8-7B42-129D-94EB35E75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D0D828-C92C-0BA2-6034-067FBBA7E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3192E9-B4F8-8D41-333F-264B4DB2D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31B55-2260-2140-4A57-094FC41A0C87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Chapter 8  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4A6CF-A9E4-AE9D-E2AF-F9C5AD7E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2F911DBD-D07F-F87D-599B-1AF07BD4C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CD95D9E-3E40-3741-2847-692D810AF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52F28A-DA4F-6891-36F2-67959B155433}"/>
              </a:ext>
            </a:extLst>
          </p:cNvPr>
          <p:cNvGraphicFramePr>
            <a:graphicFrameLocks noGrp="1"/>
          </p:cNvGraphicFramePr>
          <p:nvPr/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2988CD02-F597-BDA5-4E72-C18030A4EC85}"/>
              </a:ext>
            </a:extLst>
          </p:cNvPr>
          <p:cNvGrpSpPr/>
          <p:nvPr/>
        </p:nvGrpSpPr>
        <p:grpSpPr>
          <a:xfrm>
            <a:off x="1965960" y="1574310"/>
            <a:ext cx="7772400" cy="5160706"/>
            <a:chOff x="1965960" y="1574310"/>
            <a:chExt cx="7772400" cy="5160706"/>
          </a:xfrm>
        </p:grpSpPr>
        <p:pic>
          <p:nvPicPr>
            <p:cNvPr id="5" name="Picture 4" descr="A page of a math book&#10;&#10;AI-generated content may be incorrect.">
              <a:extLst>
                <a:ext uri="{FF2B5EF4-FFF2-40B4-BE49-F238E27FC236}">
                  <a16:creationId xmlns:a16="http://schemas.microsoft.com/office/drawing/2014/main" id="{432D83F3-403A-9573-FBD0-23C9BA14F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5960" y="1574310"/>
              <a:ext cx="7772400" cy="516070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18099C-FE05-8450-2DCC-348E7F6A709B}"/>
                </a:ext>
              </a:extLst>
            </p:cNvPr>
            <p:cNvSpPr/>
            <p:nvPr/>
          </p:nvSpPr>
          <p:spPr>
            <a:xfrm>
              <a:off x="7583424" y="1623078"/>
              <a:ext cx="2154936" cy="486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807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DEAF9-F4E2-5F62-7564-839614BD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9ADD879-B666-4B02-D510-D3AE795B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C388B7-E26F-95B2-04A4-AC2C7C3C2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5CECA1-9A90-3C0B-EB6B-35393480C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E9E7C8-2B76-6AE8-B596-10AD92D2B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0A15B-65D4-A3CD-F5EC-2974C7C78069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Chapter 8  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01CFB5-6E41-D13E-0EE1-CF790D9A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9BD75AB9-A547-CE24-2D65-F34C0B5D6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A3587AB-5E93-2AD9-A56B-F4CE4EC90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174EBAF-EF2F-6D96-BB0C-AD1F11C14AE5}"/>
              </a:ext>
            </a:extLst>
          </p:cNvPr>
          <p:cNvGraphicFramePr>
            <a:graphicFrameLocks noGrp="1"/>
          </p:cNvGraphicFramePr>
          <p:nvPr/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E1DFB20-8F34-740D-EBA2-1A82411DB430}"/>
              </a:ext>
            </a:extLst>
          </p:cNvPr>
          <p:cNvGrpSpPr/>
          <p:nvPr/>
        </p:nvGrpSpPr>
        <p:grpSpPr>
          <a:xfrm>
            <a:off x="1830650" y="1648278"/>
            <a:ext cx="7772400" cy="5209722"/>
            <a:chOff x="1830650" y="1648278"/>
            <a:chExt cx="7772400" cy="5209722"/>
          </a:xfrm>
        </p:grpSpPr>
        <p:pic>
          <p:nvPicPr>
            <p:cNvPr id="6" name="Picture 5" descr="A diagram of electrical wiring&#10;&#10;AI-generated content may be incorrect.">
              <a:extLst>
                <a:ext uri="{FF2B5EF4-FFF2-40B4-BE49-F238E27FC236}">
                  <a16:creationId xmlns:a16="http://schemas.microsoft.com/office/drawing/2014/main" id="{6A8A501C-097F-410B-6291-68BC2DED0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0650" y="1648278"/>
              <a:ext cx="7772400" cy="520972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26FF8D-00E8-2D47-9F1F-0C4EF2E5742E}"/>
                </a:ext>
              </a:extLst>
            </p:cNvPr>
            <p:cNvSpPr/>
            <p:nvPr/>
          </p:nvSpPr>
          <p:spPr>
            <a:xfrm>
              <a:off x="7498080" y="1648278"/>
              <a:ext cx="1987296" cy="5462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196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7ECCB-2F01-3014-FA48-F53FE11B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BE7934-1E20-8E53-6E62-2D9FEDB90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F3CFC7-C994-F847-CEED-C9BA2AAF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F8063B-CE85-00AD-09A5-C1DAFC384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7D7453-1000-41AE-D2F7-E2318C41A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FD891-3187-A887-21F5-B83A8CAF90A5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Chapter 8  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EBED8D-26AD-718C-525A-3A167B86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B01008D4-B0EE-9192-1C55-CED823311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05326123-A0C9-E1B0-2B75-EC679DBFE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5DEC93-8C89-A597-865E-95118EE00C73}"/>
              </a:ext>
            </a:extLst>
          </p:cNvPr>
          <p:cNvGraphicFramePr>
            <a:graphicFrameLocks noGrp="1"/>
          </p:cNvGraphicFramePr>
          <p:nvPr/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  <p:pic>
        <p:nvPicPr>
          <p:cNvPr id="5" name="Picture 4" descr="A diagram of electrical circuits&#10;&#10;AI-generated content may be incorrect.">
            <a:extLst>
              <a:ext uri="{FF2B5EF4-FFF2-40B4-BE49-F238E27FC236}">
                <a16:creationId xmlns:a16="http://schemas.microsoft.com/office/drawing/2014/main" id="{E69188A7-B81D-25E1-501C-613CC2FCA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136" y="1622217"/>
            <a:ext cx="7772400" cy="514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4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98807-73F8-614F-0A2C-2B581AA6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5BA402D-DF17-474A-8137-82D42760B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06AD1E-4D45-D88E-4290-117BF3664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0457D4-3053-45CF-5398-3FB12C296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85AFFD-B44A-A09C-87C9-A28EFA680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B1612-59F8-9DAB-095A-4D1EF31CC56F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2860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</a:rPr>
              <a:t>Chapter 8  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ECFC4D-6810-A408-52AD-8A14F87D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A2F1C4A5-03E3-6FFE-FEDC-7DCFD3122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4FDFCBA-1A3D-680F-66FF-69AC890B8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909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9BF118-1E5A-CF0A-8A60-2EC9C58823DC}"/>
              </a:ext>
            </a:extLst>
          </p:cNvPr>
          <p:cNvGraphicFramePr>
            <a:graphicFrameLocks noGrp="1"/>
          </p:cNvGraphicFramePr>
          <p:nvPr/>
        </p:nvGraphicFramePr>
        <p:xfrm>
          <a:off x="699713" y="1966293"/>
          <a:ext cx="11004606" cy="44521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1004606">
                  <a:extLst>
                    <a:ext uri="{9D8B030D-6E8A-4147-A177-3AD203B41FA5}">
                      <a16:colId xmlns:a16="http://schemas.microsoft.com/office/drawing/2014/main" val="645981307"/>
                    </a:ext>
                  </a:extLst>
                </a:gridCol>
              </a:tblGrid>
              <a:tr h="4452160">
                <a:tc>
                  <a:txBody>
                    <a:bodyPr/>
                    <a:lstStyle/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653" marR="81653" marT="0" marB="0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098284"/>
                  </a:ext>
                </a:extLst>
              </a:tr>
            </a:tbl>
          </a:graphicData>
        </a:graphic>
      </p:graphicFrame>
      <p:pic>
        <p:nvPicPr>
          <p:cNvPr id="6" name="Picture 5" descr="A diagram of electrical circuits&#10;&#10;AI-generated content may be incorrect.">
            <a:extLst>
              <a:ext uri="{FF2B5EF4-FFF2-40B4-BE49-F238E27FC236}">
                <a16:creationId xmlns:a16="http://schemas.microsoft.com/office/drawing/2014/main" id="{834DA08C-688E-EA53-4FF3-722ED271B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215" y="1642697"/>
            <a:ext cx="7772400" cy="509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4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BF27-9790-470E-94D3-C323A1717C15}"/>
              </a:ext>
            </a:extLst>
          </p:cNvPr>
          <p:cNvSpPr txBox="1">
            <a:spLocks/>
          </p:cNvSpPr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C4B65B-6685-A804-ECF4-EB8C09F1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73F41-DE48-3845-B5FB-05ADABF0F6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logo of a university&#10;&#10;AI-generated content may be incorrect.">
            <a:extLst>
              <a:ext uri="{FF2B5EF4-FFF2-40B4-BE49-F238E27FC236}">
                <a16:creationId xmlns:a16="http://schemas.microsoft.com/office/drawing/2014/main" id="{1A445F1D-8935-F526-98D3-5C6008279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58412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7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177</Words>
  <Application>Microsoft Office PowerPoint</Application>
  <PresentationFormat>Widescreen</PresentationFormat>
  <Paragraphs>56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Introduction to Electrical Circuits Lecture-5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Rab, Sadia R</dc:creator>
  <cp:lastModifiedBy>SABIKUNNAHAR</cp:lastModifiedBy>
  <cp:revision>246</cp:revision>
  <dcterms:created xsi:type="dcterms:W3CDTF">2025-01-24T11:08:28Z</dcterms:created>
  <dcterms:modified xsi:type="dcterms:W3CDTF">2026-03-12T02:04:32Z</dcterms:modified>
</cp:coreProperties>
</file>